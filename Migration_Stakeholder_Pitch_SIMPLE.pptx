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Migration — 600 Automated Tests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813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– 3.5 weeks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 QA engineers  •  ~30–35 person-days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89320" y="1554480"/>
            <a:ext cx="18288" cy="914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6002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incorporating the new design-system changes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600 tests migrated — none dropped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906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410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pilot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97680" y="297180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30906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97680" y="3410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at pace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297180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1E824C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30906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days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46720" y="3410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+ switch over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3566160" cy="1143000"/>
          </a:xfrm>
          <a:prstGeom prst="roundRect">
            <a:avLst>
              <a:gd name="adj" fmla="val 5600"/>
            </a:avLst>
          </a:prstGeom>
          <a:solidFill>
            <a:srgbClr val="F4F7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test loss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scenarios reused as-is, verified automatically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4206240"/>
            <a:ext cx="3566160" cy="1143000"/>
          </a:xfrm>
          <a:prstGeom prst="roundRect">
            <a:avLst>
              <a:gd name="adj" fmla="val 5600"/>
            </a:avLst>
          </a:prstGeom>
          <a:solidFill>
            <a:srgbClr val="F4F7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AI-accelerated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2628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converts, automated checks verify, engineers review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0" y="4206240"/>
            <a:ext cx="3566160" cy="1143000"/>
          </a:xfrm>
          <a:prstGeom prst="roundRect">
            <a:avLst>
              <a:gd name="adj" fmla="val 5600"/>
            </a:avLst>
          </a:prstGeom>
          <a:solidFill>
            <a:srgbClr val="F4F7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guessed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7532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Week-1 pilot confirms the pace on real tests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estimate — POC in progress will refine it; committed date set at the Week-1 checkpoint.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Phase — Automating 600 New Tests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813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weeks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 QA engineers  •  ~40 person-days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89320" y="1554480"/>
            <a:ext cx="18288" cy="914400"/>
          </a:xfrm>
          <a:prstGeom prst="rect">
            <a:avLst/>
          </a:prstGeom>
          <a:solidFill>
            <a:srgbClr val="D6F0F0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6002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immediately after migration — on the same framework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 steps already written; scenario design is done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3566160" cy="1188720"/>
          </a:xfrm>
          <a:prstGeom prst="roundRect">
            <a:avLst>
              <a:gd name="adj" fmla="val 5385"/>
            </a:avLst>
          </a:prstGeom>
          <a:solidFill>
            <a:srgbClr val="F4F7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72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already built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5387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 — pipeline, components and process are in place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2971800"/>
            <a:ext cx="3566160" cy="1188720"/>
          </a:xfrm>
          <a:prstGeom prst="roundRect">
            <a:avLst>
              <a:gd name="adj" fmla="val 5385"/>
            </a:avLst>
          </a:prstGeom>
          <a:solidFill>
            <a:srgbClr val="F4F7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3172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reuse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35387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new tests reuse existing steps — little new code needed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2971800"/>
            <a:ext cx="3566160" cy="1188720"/>
          </a:xfrm>
          <a:prstGeom prst="roundRect">
            <a:avLst>
              <a:gd name="adj" fmla="val 5385"/>
            </a:avLst>
          </a:prstGeom>
          <a:solidFill>
            <a:srgbClr val="F4F7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3172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the first draft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75320" y="35387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steps drafted from the existing manual test cases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3891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roadmap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36592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8646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1–3.5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51937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600 tests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4736592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48646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4–7.5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34840" y="51937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600 new tests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4736592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1E824C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48646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months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83880" y="51937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tests on one modern stack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estimate — refined by the POC and a reuse analysis at the start of the phase.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Already Have in Place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plan builds on existing assets and work already underway — not a standing start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4F7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719072"/>
            <a:ext cx="42062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911096"/>
            <a:ext cx="305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already underway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237744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POC is running today, led by the QA lead — giving us real data to refine these estimates before work begins.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481328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4F7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1719072"/>
            <a:ext cx="42062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911096"/>
            <a:ext cx="305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running in production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53712" y="237744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Playwright + TypeScript framework is already built and operating on our second product — proven in daily use.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481328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4F7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719072"/>
            <a:ext cx="42062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911096"/>
            <a:ext cx="305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already integrated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37744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 server connected, with Allure and Monocart reporting already wired into the POC repo.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83864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4F7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3721608"/>
            <a:ext cx="42062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913632"/>
            <a:ext cx="305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pattern already built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384" y="4379976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comparable Jenkins pipeline is already delivered for another application — the CI design is proven, not theoretical.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15968" y="3483864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4F7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3712" y="3721608"/>
            <a:ext cx="42062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3913632"/>
            <a:ext cx="305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on the 600 tests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53712" y="4379976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scenarios, their tags, data and known quirks are already understood in-house — no knowledge-transfer ramp needed before starting.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83296" y="3483864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4F7FC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3721608"/>
            <a:ext cx="42062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3913632"/>
            <a:ext cx="305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process documented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4379976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plan, daily conversion playbook, AI-assisted process and CI quality gates are written and ready to follow from day one.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62356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7150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step:  </a:t>
            </a:r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QA engineers dedicated to the ~2-month programme — migration in 3–3.5 weeks, new automation in ~4 weeks — with a Week-1 checkpoint that converts these indicative estimates into committed dates backed by real data.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2026-08-11T07:25:35Z</dcterms:created>
  <dcterms:modified xsi:type="dcterms:W3CDTF">2026-08-11T07:25:35Z</dcterms:modified>
</cp:coreProperties>
</file>